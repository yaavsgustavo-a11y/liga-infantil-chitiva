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lt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400" b="1">
          <a:solidFill>
            <a:schemeClr val="tx1"/>
          </a:solidFill>
        </a:defRPr>
      </a:lvl1pPr>
    </p:titleStyle>
    <p:bodyStyle>
      <a:lvl1pPr>
        <a:defRPr sz="1600">
          <a:solidFill>
            <a:schemeClr val="tx1"/>
          </a:solidFill>
        </a:defRPr>
      </a:lvl1pPr>
    </p:bodyStyle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[NOMBRE LIGA] — Liga Infantil Escolar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s-MX" sz="1600" i="1">
                <a:solidFill>
                  <a:srgbClr val="E4B400"/>
                </a:solidFill>
              </a:rPr>
              <a:t>Que tus alumnos vivan una liga de verdad, representando a su colegio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Primaria · Temporada Octubre–Diciembre 2026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Academia y Complejo Deportivo Andrés Chitiva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Portada: reusar estilo del deck del Complejo; foto de niños en cancha + [LOGO].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Quiénes somos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El Complejo Deportivo Andrés Chitiva: un espacio para entrenar, competir y convivir.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Respaldo de la Academia: formación, competencia y comunidad.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Instalaciones propias con canchas de fútbol 7 y 5.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Resumir historia/visión en 1 lámina + foto del complejo.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El concepto de la liga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Una liga de fútbol de primaria donde los alumnos representan a su colegio.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Competencia organizada y profesional, no un torneo improvisado.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El colegio compite con su nombre, su uniforme y su comunidad.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Foto de un equipo con uniforme del colegio.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¿Por qué le conviene a tu colegio?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Ofrece deporte de calidad sin que el colegio organice la logística.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Representación institucional y sentido de pertenencia.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Contenido (fotos y video) para la comunicación del colegio.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Íconos: cero carga operativa, prestigio, comunidad.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Categorías (Primaria Mixta)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Categoría 1: 1.º y 2.º de primaria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Categoría 2: 3.º y 4.º de primaria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Categoría 3: 5.º y 6.º de primaria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Modalidad mixta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Reusar el bloque «Primaria Mixta / Liga educativa» del deck.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¿Cómo se juega?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Temporada por jornadas de octubre a diciembre de 2026.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Tabla de posiciones y fase final.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Día y horario de las jornadas: por confirmar con Operación.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Diagrama simple del formato. Definir día (sábado vs entre semana).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Una liga de verdad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Árbitros certificados y rotación de árbitros.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Cámaras GoPro en árbitros: transparencia ante incidencias.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Balón oficial Voit.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Reusar diferenciadores de la sección Ligas del deck.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Tecnología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Grabación de los partidos.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App / plataforma con resultados, posiciones y estadísticas.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«Revive tus jugadas»: los niños reviven y comparten sus mejores momentos.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Mockup de la App/plataforma en un celular.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Seguridad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Servicio paramédico durante las jornadas.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Instalaciones propias y protocolos de operación.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Ambiente ordenado y cuidado para las familias.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Foto de instalaciones + ícono de salud.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La experiencia (alumno y familia)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Fotos y video de cada jornada.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Una experiencia para toda la familia.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El niño se siente jugador profesional: cancha, árbitro, público.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Collage / foto de familias en la grada.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¿Qué pone cada quién?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El colegio: su nombre, su comunidad y un enlace de contacto.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La organización: canchas, arbitraje, operación, grabación, paramédico y premiación.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El colegio no tiene que organizar nada.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Tabla a dos columnas.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¿Cómo participa tu colegio?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1) Reunión de presentación (20 min).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2) Confirmación de participación.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3) Conformación de equipos por categoría y registro.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4) Arranque de la temporada en octubre.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Línea de tiempo de 4 pasos.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Inversión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Formas de participación pensadas para los colegios.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[Espacio para la cuota escolar — POR VALIDAR con Finanzas]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No imprimir cifra hasta autorización.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Placeholder de tabla; dejar editable.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Sé colegio fundador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s-MX" sz="1600" i="1">
                <a:solidFill>
                  <a:srgbClr val="E4B400"/>
                </a:solidFill>
              </a:rPr>
              <a:t>Llamado a la acción + contacto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Súmate a la primera edición de [NOMBRE LIGA].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Contacto: 771 756 4525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academiaandreschitiva · www.academiaandreschitiva.com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Cam. del Pavo 112, Sta Rita, 42180 Pachuquilla, Hgo.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CTA grande + datos (confirmados del deck) + [LOGO].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Anexo A — Respaldo de la Academia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Metodología estructurada por etapas de desarrollo.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Cuerpo profesional: formadores, preparador físico, servicios médicos.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Categorías Sub-6 a Sub-18 (para quien pregunte por el nivel).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Solo si el colegio pregunta por el nivel deportivo.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0" y="0"/>
            <a:ext cx="12192000" cy="1200000"/>
          </a:xfrm>
          <a:prstGeom prst="rect">
            <a:avLst/>
          </a:prstGeom>
          <a:solidFill>
            <a:srgbClr val="0B3D2E"/>
          </a:solidFill>
        </p:spPr>
        <p:txBody>
          <a:bodyPr anchor="ctr" lIns="228600" rIns="228600"/>
          <a:lstStyle/>
          <a:p>
            <a:r>
              <a:rPr lang="es-MX" sz="2400" b="1">
                <a:solidFill>
                  <a:srgbClr val="FFFFFF"/>
                </a:solidFill>
              </a:rPr>
              <a:t>Anexo B — Patrocinios y alianzas</a:t>
            </a:r>
          </a:p>
        </p:txBody>
      </p:sp>
      <p:sp>
        <p:nvSpPr>
          <p:cNvPr id="3" name="accent"/>
          <p:cNvSpPr/>
          <p:nvPr/>
        </p:nvSpPr>
        <p:spPr>
          <a:xfrm>
            <a:off x="0" y="1200000"/>
            <a:ext cx="12192000" cy="60000"/>
          </a:xfrm>
          <a:prstGeom prst="rect">
            <a:avLst/>
          </a:prstGeom>
          <a:solidFill>
            <a:srgbClr val="E4B400"/>
          </a:solidFill>
        </p:spPr>
        <p:txBody>
          <a:bodyPr/>
          <a:lstStyle/>
          <a:p/>
        </p:txBody>
      </p:sp>
      <p:sp>
        <p:nvSpPr>
          <p:cNvPr id="4" name="body"/>
          <p:cNvSpPr>
            <a:spLocks noGrp="1"/>
          </p:cNvSpPr>
          <p:nvPr/>
        </p:nvSpPr>
        <p:spPr>
          <a:xfrm>
            <a:off x="457200" y="1500000"/>
            <a:ext cx="11277600" cy="475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Oportunidades de branding y activaciones en las jornadas.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Convenios escolares y alianzas estratégicas.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s-MX" sz="1600">
                <a:solidFill>
                  <a:srgbClr val="1A1A1A"/>
                </a:solidFill>
              </a:rPr>
              <a:t>Visibilidad ante colegios y familias.</a:t>
            </a:r>
          </a:p>
        </p:txBody>
      </p:sp>
      <p:sp>
        <p:nvSpPr>
          <p:cNvPr id="5" name="note"/>
          <p:cNvSpPr/>
          <p:nvPr/>
        </p:nvSpPr>
        <p:spPr>
          <a:xfrm>
            <a:off x="457200" y="6338000"/>
            <a:ext cx="11277600" cy="400000"/>
          </a:xfrm>
          <a:prstGeom prst="rect">
            <a:avLst/>
          </a:prstGeom>
        </p:spPr>
        <p:txBody>
          <a:bodyPr/>
          <a:lstStyle/>
          <a:p>
            <a:r>
              <a:rPr lang="es-MX" sz="1100" i="1">
                <a:solidFill>
                  <a:srgbClr val="808080"/>
                </a:solidFill>
              </a:rPr>
              <a:t>Nota diseño: Solo si el colegio quiere involucrar marcas.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itiva">
  <a:themeElements>
    <a:clrScheme name="Chitiva">
      <a:dk1>
        <a:srgbClr val="1A1A1A"/>
      </a:dk1>
      <a:lt1>
        <a:srgbClr val="FFFFFF"/>
      </a:lt1>
      <a:dk2>
        <a:srgbClr val="0B3D2E"/>
      </a:dk2>
      <a:lt2>
        <a:srgbClr val="EAF1EE"/>
      </a:lt2>
      <a:accent1>
        <a:srgbClr val="0B3D2E"/>
      </a:accent1>
      <a:accent2>
        <a:srgbClr val="12664A"/>
      </a:accent2>
      <a:accent3>
        <a:srgbClr val="E4B400"/>
      </a:accent3>
      <a:accent4>
        <a:srgbClr val="5A5A5A"/>
      </a:accent4>
      <a:accent5>
        <a:srgbClr val="B7C5BD"/>
      </a:accent5>
      <a:accent6>
        <a:srgbClr val="0B3D2E"/>
      </a:accent6>
      <a:hlink>
        <a:srgbClr val="0563C1"/>
      </a:hlink>
      <a:folHlink>
        <a:srgbClr val="954F72"/>
      </a:folHlink>
    </a:clrScheme>
    <a:fontScheme name="Chitiv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itiv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Andres Chitiva DeckGen</Application>
  <Slides>16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Liga Infantil Escolar Andrés Chitiva — Presentación Escolar</dc:title>
  <dc:creator>Marketing Andrés Chitiva</dc:creator>
  <dcterms:created xsi:type="dcterms:W3CDTF">2026-09-09T00:00:00Z</dcterms:created>
  <dcterms:modified xsi:type="dcterms:W3CDTF">2026-09-09T00:00:00Z</dcterms:modified>
</cp:coreProperties>
</file>